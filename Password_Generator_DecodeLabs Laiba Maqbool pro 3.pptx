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62" r:id="rId19"/>
    <p:sldId id="263" r:id="rId20"/>
    <p:sldId id="264" r:id="rId21"/>
    <p:sldId id="265" r:id="rId22"/>
    <p:sldId id="278" r:id="rId23"/>
    <p:sldId id="279" r:id="rId24"/>
    <p:sldId id="266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1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88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22960" y="914400"/>
            <a:ext cx="914400" cy="91440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011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PASSWORD GENERATOR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88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Documentation  |  DecodeLabs Python Programming Industrial Training Kit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1463040" cy="18288"/>
          </a:xfrm>
          <a:prstGeom prst="rect">
            <a:avLst/>
          </a:prstGeom>
          <a:solidFill>
            <a:srgbClr val="3B4694"/>
          </a:solidFill>
          <a:ln/>
        </p:spPr>
      </p:sp>
      <p:sp>
        <p:nvSpPr>
          <p:cNvPr id="9" name="Text 6"/>
          <p:cNvSpPr/>
          <p:nvPr/>
        </p:nvSpPr>
        <p:spPr>
          <a:xfrm>
            <a:off x="1051560" y="4328704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3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Laiba Maqbool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Batch: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480560"/>
          </a:xfrm>
          <a:prstGeom prst="roundRect">
            <a:avLst>
              <a:gd name="adj" fmla="val 2449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764792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4231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user for a desired password length and generate a random, secure password using Python's built-in random and string modules.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68680" y="37947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959352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6868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collects the desired length and character preferences, builds a character pool, then randomly selects characters to build the password.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0" y="12801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7665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Facts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7665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Password Length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766560" y="24414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characters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766560" y="2944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Password Length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766560" y="3236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characters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766560" y="3739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Sets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6766560" y="4032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Upper, Lower, Digits, Symbols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766560" y="45354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6560" y="4828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string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766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76656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functions + main()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 Used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core Python concepts demonstrated in this project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Importing Modules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&amp; string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0440" y="178308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9202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4747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reusable blocks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63640" y="178308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9202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Manipulation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2179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char pools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7782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06840" y="178308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9202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6112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9611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&amp; while iteration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7033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393192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06908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3152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Statements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731520" y="5074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elif / else logic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3291840" y="37033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520440" y="393192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406908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7472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3474720" y="5074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Safe, robust user input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035040" y="37033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263640" y="3931920"/>
            <a:ext cx="548640" cy="5486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06908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21792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Generation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6217920" y="5074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random.choice() sampling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 flow inside main()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80644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35508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print_header()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61972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3E5FC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21992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get_password_length()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48456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10" name="Shape 8"/>
          <p:cNvSpPr/>
          <p:nvPr/>
        </p:nvSpPr>
        <p:spPr>
          <a:xfrm>
            <a:off x="3753612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808476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ask_user_preferences()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234940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13" name="Shape 11"/>
          <p:cNvSpPr/>
          <p:nvPr/>
        </p:nvSpPr>
        <p:spPr>
          <a:xfrm>
            <a:off x="5340096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3E5FC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94960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build_character_pool()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21424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926580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81444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generate_password()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7908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513064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3E5FC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67928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check_strength()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994392" y="2457907"/>
            <a:ext cx="105156" cy="21946"/>
          </a:xfrm>
          <a:prstGeom prst="rect">
            <a:avLst/>
          </a:prstGeom>
          <a:solidFill>
            <a:srgbClr val="B9C2E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9548" y="2011680"/>
            <a:ext cx="1481328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154412" y="20116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display_password()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0644" y="3383280"/>
            <a:ext cx="11000232" cy="685800"/>
          </a:xfrm>
          <a:prstGeom prst="roundRect">
            <a:avLst>
              <a:gd name="adj" fmla="val 10667"/>
            </a:avLst>
          </a:prstGeom>
          <a:solidFill>
            <a:srgbClr val="F4F6FC"/>
          </a:solidFill>
          <a:ln/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66160"/>
            <a:ext cx="329184" cy="32918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20724" y="338328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while user chooses to generate another password  -&gt;  each result appended to history[]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0" y="4343400"/>
            <a:ext cx="822960" cy="822960"/>
          </a:xfrm>
          <a:prstGeom prst="ellipse">
            <a:avLst/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4590288"/>
            <a:ext cx="329184" cy="32918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show_history()  -&gt;  Program ends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&amp; Character Sets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Limits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MIN_PASSWORD_LENGTH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2743200" cy="13716"/>
          </a:xfrm>
          <a:prstGeom prst="rect">
            <a:avLst/>
          </a:prstGeom>
          <a:solidFill>
            <a:srgbClr val="3B469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703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MAX_PASSWORD_LENGTH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1371600"/>
            <a:ext cx="3566160" cy="2057400"/>
          </a:xfrm>
          <a:prstGeom prst="roundRect">
            <a:avLst>
              <a:gd name="adj" fmla="val 4444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708" y="173278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38912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string.ascii_lowercase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3891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E5F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a-z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909560" y="1371600"/>
            <a:ext cx="3566160" cy="2057400"/>
          </a:xfrm>
          <a:prstGeom prst="roundRect">
            <a:avLst>
              <a:gd name="adj" fmla="val 4444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138160" y="1600200"/>
            <a:ext cx="502920" cy="50292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748" y="1732788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77824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UPPERCASE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813816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string.ascii_uppercase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81381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E5F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A-Z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4160520" y="3657600"/>
            <a:ext cx="3566160" cy="2057400"/>
          </a:xfrm>
          <a:prstGeom prst="roundRect">
            <a:avLst>
              <a:gd name="adj" fmla="val 4444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389120" y="3886200"/>
            <a:ext cx="502920" cy="50292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708" y="4018788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029200" y="3858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438912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string.digits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4389120" y="5074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E5F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0-9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7909560" y="3657600"/>
            <a:ext cx="3566160" cy="2057400"/>
          </a:xfrm>
          <a:prstGeom prst="roundRect">
            <a:avLst>
              <a:gd name="adj" fmla="val 4444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138160" y="3886200"/>
            <a:ext cx="502920" cy="50292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0748" y="401878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8778240" y="3858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SYMBOLS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813816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string.punctuation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8138160" y="5074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E5F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!@#$%^&amp;*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Functions - Input &amp;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27632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837944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5087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get_password_length()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920240" y="1920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Repeatedly prompts the user until a valid integer within MIN_PASSWORD_LENGTH and MAX_PASSWORD_LENGTH is entered. Uses str.isdigit() to reject non-numeric input.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3227832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438144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1089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ask_user_preferences()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920240" y="35204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four yes/no questions (uppercase, lowercase, digits, symbols) and returns a tuple of booleans representing the user's chosen character types.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4828032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5038344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7091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build_character_pool()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920240" y="51206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Concatenates the selected character sets (UPPERCASE, LOWERCASE, DIGITS, SYMBOLS) into a single pool string used for random selection.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678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0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3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876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673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625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582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944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30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83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909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Functions - Generation &amp; Output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27632"/>
            <a:ext cx="822960" cy="82296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837944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5087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generate_password(length, pool)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920240" y="1920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`length` times, appending a random.choice() character from the pool each time to build the final password string.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3227832"/>
            <a:ext cx="822960" cy="82296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438144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1089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check_strength(length)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920240" y="35204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password strength purely by length: &lt;=7 Weak, &lt;=11 Medium, &lt;=15 Strong, else Very Strong.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4828032"/>
            <a:ext cx="822960" cy="82296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5038344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7091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0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display_password() / show_history()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920240" y="51206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display_password() prints the password, its length, and strength. show_history() lists every password generated during the session.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 Strength Criteria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check_strength(length) classifies passwords by length only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B8504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920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&lt;= 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2514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34440" y="3063240"/>
            <a:ext cx="1325880" cy="137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83280" y="16002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E7A9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920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8 - 11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383280" y="2514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3063240"/>
            <a:ext cx="1325880" cy="137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3E5FC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920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12 - 15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72200" y="2514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12280" y="3063240"/>
            <a:ext cx="1325880" cy="137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961120" y="16002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2C5F2D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0" y="1920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16+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961120" y="2514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01200" y="3063240"/>
            <a:ext cx="1325880" cy="137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Strong</a:t>
            </a:r>
            <a:endParaRPr lang="en-US" sz="20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74920"/>
            <a:ext cx="365760" cy="36576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strength here reflects length only - it does not check character variety.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Program 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43000" y="13258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header &amp; start empty history list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2039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password length (validated)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98064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98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7523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character type preferences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4655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character pool (must not be empty)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903720" y="13258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password &amp; determine strength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2084832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03720" y="2039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password and add to history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2798064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798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03720" y="27523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generate another - loop or exit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3511296"/>
            <a:ext cx="457200" cy="457200"/>
          </a:xfrm>
          <a:prstGeom prst="ellipse">
            <a:avLst/>
          </a:prstGeom>
          <a:solidFill>
            <a:srgbClr val="3E5FCB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4655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full password history &amp; finish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Run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66560" cy="4846320"/>
          </a:xfrm>
          <a:prstGeom prst="roundRect">
            <a:avLst>
              <a:gd name="adj" fmla="val 1509"/>
            </a:avLst>
          </a:prstGeom>
          <a:solidFill>
            <a:srgbClr val="1B1F2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0" y="128016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6002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0392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random.choice()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03920" y="1828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one character at a time from the pool for each loop iteration.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589520" y="288036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2004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503920" y="3063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503920" y="3429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non-numeric input and enforces the 6-50 length range.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589520" y="448056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8006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0392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503920" y="5029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password is stored and listed at the end of the run.</a:t>
            </a:r>
            <a:endParaRPr lang="en-US" sz="11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22" y="1600200"/>
            <a:ext cx="63446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66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6300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577840" y="1005840"/>
            <a:ext cx="1005840" cy="1005840"/>
          </a:xfrm>
          <a:prstGeom prst="ellipse">
            <a:avLst/>
          </a:prstGeom>
          <a:solidFill>
            <a:srgbClr val="3E5FC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129844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286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Completed Successfully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3063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reviewing the Random Password Generator documentation.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49240" y="3703320"/>
            <a:ext cx="1463040" cy="18288"/>
          </a:xfrm>
          <a:prstGeom prst="rect">
            <a:avLst/>
          </a:prstGeom>
          <a:solidFill>
            <a:srgbClr val="3B4694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41148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Laiba Maqbool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Batch: 2026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DecodeLabs Python Programming Industrial Training Kit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578</Words>
  <Application>Microsoft Office PowerPoint</Application>
  <PresentationFormat>Widescreen</PresentationFormat>
  <Paragraphs>135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Random Password Generator - Documentation</dc:title>
  <dc:subject>PptxGenJS Presentation</dc:subject>
  <dc:creator>Laiba Maqbool</dc:creator>
  <cp:lastModifiedBy>Windows User</cp:lastModifiedBy>
  <cp:revision>18</cp:revision>
  <dcterms:created xsi:type="dcterms:W3CDTF">2026-07-01T16:56:28Z</dcterms:created>
  <dcterms:modified xsi:type="dcterms:W3CDTF">2026-07-01T17:43:32Z</dcterms:modified>
</cp:coreProperties>
</file>