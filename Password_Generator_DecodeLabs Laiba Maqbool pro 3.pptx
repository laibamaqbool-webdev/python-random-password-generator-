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62" r:id="rId19"/>
    <p:sldId id="263" r:id="rId20"/>
    <p:sldId id="264" r:id="rId21"/>
    <p:sldId id="265" r:id="rId22"/>
    <p:sldId id="266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19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88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5.png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822960" y="914400"/>
            <a:ext cx="914400" cy="914400"/>
          </a:xfrm>
          <a:prstGeom prst="ellipse">
            <a:avLst/>
          </a:prstGeom>
          <a:solidFill>
            <a:srgbClr val="3E5FCB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1430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0116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PASSWORD GENERATOR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27889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Documentation  |  DecodeLabs Python Programming Industrial Training Kit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3429000"/>
            <a:ext cx="1463040" cy="18288"/>
          </a:xfrm>
          <a:prstGeom prst="rect">
            <a:avLst/>
          </a:prstGeom>
          <a:solidFill>
            <a:srgbClr val="3B4694"/>
          </a:solidFill>
          <a:ln/>
        </p:spPr>
      </p:sp>
      <p:sp>
        <p:nvSpPr>
          <p:cNvPr id="9" name="Text 6"/>
          <p:cNvSpPr/>
          <p:nvPr/>
        </p:nvSpPr>
        <p:spPr>
          <a:xfrm>
            <a:off x="1051560" y="4328704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 Laiba Maqbool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Batch: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86400" cy="4480560"/>
          </a:xfrm>
          <a:prstGeom prst="roundRect">
            <a:avLst>
              <a:gd name="adj" fmla="val 2449"/>
            </a:avLst>
          </a:prstGeom>
          <a:solidFill>
            <a:srgbClr val="F4F6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6002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176479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6002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68680" y="242316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user for a desired password length and generate a random, secure password using Python's built-in random and string modules.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68680" y="37947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3959352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91640" y="37947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868680" y="45720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collects the desired length and character preferences, builds a character pool, then randomly selects characters to build the password.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400800" y="128016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766560" y="1508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Facts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6766560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Password Length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766560" y="24414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characters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766560" y="29443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Password Length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766560" y="32369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characters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6766560" y="3739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Sets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6766560" y="403250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Upper, Lower, Digits, Symbols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6766560" y="453542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766560" y="48280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random, string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6766560" y="53309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6766560" y="5623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functions + main()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Concepts Used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core Python concepts demonstrated in this project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4F6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3E5FC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202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4688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Importing Modules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31520" y="29260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&amp; string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91840" y="155448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4F6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20440" y="1783080"/>
            <a:ext cx="548640" cy="548640"/>
          </a:xfrm>
          <a:prstGeom prst="ellipse">
            <a:avLst/>
          </a:prstGeom>
          <a:solidFill>
            <a:srgbClr val="3E5FCB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92024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74720" y="24688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474720" y="29260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reusable blocks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35040" y="155448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4F6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63640" y="1783080"/>
            <a:ext cx="548640" cy="548640"/>
          </a:xfrm>
          <a:prstGeom prst="ellipse">
            <a:avLst/>
          </a:prstGeom>
          <a:solidFill>
            <a:srgbClr val="3E5FCB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92024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17920" y="24688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Manipulation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217920" y="29260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char pools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778240" y="155448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4F6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006840" y="1783080"/>
            <a:ext cx="548640" cy="548640"/>
          </a:xfrm>
          <a:prstGeom prst="ellipse">
            <a:avLst/>
          </a:prstGeom>
          <a:solidFill>
            <a:srgbClr val="3E5FCB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0" y="192024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61120" y="24688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8961120" y="29260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&amp; while iteration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48640" y="370332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4F6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77240" y="3931920"/>
            <a:ext cx="548640" cy="548640"/>
          </a:xfrm>
          <a:prstGeom prst="ellipse">
            <a:avLst/>
          </a:prstGeom>
          <a:solidFill>
            <a:srgbClr val="3E5FCB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069080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31520" y="46177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Statements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731520" y="50749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elif / else logic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3291840" y="370332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4F6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520440" y="3931920"/>
            <a:ext cx="548640" cy="548640"/>
          </a:xfrm>
          <a:prstGeom prst="ellipse">
            <a:avLst/>
          </a:prstGeom>
          <a:solidFill>
            <a:srgbClr val="3E5FCB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7600" y="4069080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474720" y="46177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3474720" y="50749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Safe, robust user input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6035040" y="370332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4F6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263640" y="3931920"/>
            <a:ext cx="548640" cy="548640"/>
          </a:xfrm>
          <a:prstGeom prst="ellipse">
            <a:avLst/>
          </a:prstGeom>
          <a:solidFill>
            <a:srgbClr val="3E5FCB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4069080"/>
            <a:ext cx="274320" cy="27432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217920" y="46177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Generation</a:t>
            </a:r>
            <a:endParaRPr lang="en-US" sz="1350" dirty="0"/>
          </a:p>
        </p:txBody>
      </p:sp>
      <p:sp>
        <p:nvSpPr>
          <p:cNvPr id="38" name="Text 29"/>
          <p:cNvSpPr/>
          <p:nvPr/>
        </p:nvSpPr>
        <p:spPr>
          <a:xfrm>
            <a:off x="6217920" y="50749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random.choice() sampling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 flow inside main()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80644" y="2011680"/>
            <a:ext cx="1481328" cy="914400"/>
          </a:xfrm>
          <a:prstGeom prst="roundRect">
            <a:avLst>
              <a:gd name="adj" fmla="val 9000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35508" y="20116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print_header()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061972" y="2457907"/>
            <a:ext cx="105156" cy="21946"/>
          </a:xfrm>
          <a:prstGeom prst="rect">
            <a:avLst/>
          </a:prstGeom>
          <a:solidFill>
            <a:srgbClr val="B9C2E8"/>
          </a:solidFill>
          <a:ln/>
        </p:spPr>
      </p:sp>
      <p:sp>
        <p:nvSpPr>
          <p:cNvPr id="7" name="Shape 5"/>
          <p:cNvSpPr/>
          <p:nvPr/>
        </p:nvSpPr>
        <p:spPr>
          <a:xfrm>
            <a:off x="2167128" y="2011680"/>
            <a:ext cx="1481328" cy="914400"/>
          </a:xfrm>
          <a:prstGeom prst="roundRect">
            <a:avLst>
              <a:gd name="adj" fmla="val 9000"/>
            </a:avLst>
          </a:prstGeom>
          <a:solidFill>
            <a:srgbClr val="3E5FC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21992" y="20116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get_password_length()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48456" y="2457907"/>
            <a:ext cx="105156" cy="21946"/>
          </a:xfrm>
          <a:prstGeom prst="rect">
            <a:avLst/>
          </a:prstGeom>
          <a:solidFill>
            <a:srgbClr val="B9C2E8"/>
          </a:solidFill>
          <a:ln/>
        </p:spPr>
      </p:sp>
      <p:sp>
        <p:nvSpPr>
          <p:cNvPr id="10" name="Shape 8"/>
          <p:cNvSpPr/>
          <p:nvPr/>
        </p:nvSpPr>
        <p:spPr>
          <a:xfrm>
            <a:off x="3753612" y="2011680"/>
            <a:ext cx="1481328" cy="914400"/>
          </a:xfrm>
          <a:prstGeom prst="roundRect">
            <a:avLst>
              <a:gd name="adj" fmla="val 9000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08476" y="20116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ask_user_preferences()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234940" y="2457907"/>
            <a:ext cx="105156" cy="21946"/>
          </a:xfrm>
          <a:prstGeom prst="rect">
            <a:avLst/>
          </a:prstGeom>
          <a:solidFill>
            <a:srgbClr val="B9C2E8"/>
          </a:solidFill>
          <a:ln/>
        </p:spPr>
      </p:sp>
      <p:sp>
        <p:nvSpPr>
          <p:cNvPr id="13" name="Shape 11"/>
          <p:cNvSpPr/>
          <p:nvPr/>
        </p:nvSpPr>
        <p:spPr>
          <a:xfrm>
            <a:off x="5340096" y="2011680"/>
            <a:ext cx="1481328" cy="914400"/>
          </a:xfrm>
          <a:prstGeom prst="roundRect">
            <a:avLst>
              <a:gd name="adj" fmla="val 9000"/>
            </a:avLst>
          </a:prstGeom>
          <a:solidFill>
            <a:srgbClr val="3E5FC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94960" y="20116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build_character_pool()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21424" y="2457907"/>
            <a:ext cx="105156" cy="21946"/>
          </a:xfrm>
          <a:prstGeom prst="rect">
            <a:avLst/>
          </a:prstGeom>
          <a:solidFill>
            <a:srgbClr val="B9C2E8"/>
          </a:solidFill>
          <a:ln/>
        </p:spPr>
      </p:sp>
      <p:sp>
        <p:nvSpPr>
          <p:cNvPr id="16" name="Shape 14"/>
          <p:cNvSpPr/>
          <p:nvPr/>
        </p:nvSpPr>
        <p:spPr>
          <a:xfrm>
            <a:off x="6926580" y="2011680"/>
            <a:ext cx="1481328" cy="914400"/>
          </a:xfrm>
          <a:prstGeom prst="roundRect">
            <a:avLst>
              <a:gd name="adj" fmla="val 9000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81444" y="20116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generate_password()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407908" y="2457907"/>
            <a:ext cx="105156" cy="21946"/>
          </a:xfrm>
          <a:prstGeom prst="rect">
            <a:avLst/>
          </a:prstGeom>
          <a:solidFill>
            <a:srgbClr val="B9C2E8"/>
          </a:solidFill>
          <a:ln/>
        </p:spPr>
      </p:sp>
      <p:sp>
        <p:nvSpPr>
          <p:cNvPr id="19" name="Shape 17"/>
          <p:cNvSpPr/>
          <p:nvPr/>
        </p:nvSpPr>
        <p:spPr>
          <a:xfrm>
            <a:off x="8513064" y="2011680"/>
            <a:ext cx="1481328" cy="914400"/>
          </a:xfrm>
          <a:prstGeom prst="roundRect">
            <a:avLst>
              <a:gd name="adj" fmla="val 9000"/>
            </a:avLst>
          </a:prstGeom>
          <a:solidFill>
            <a:srgbClr val="3E5FC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567928" y="20116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check_strength()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994392" y="2457907"/>
            <a:ext cx="105156" cy="21946"/>
          </a:xfrm>
          <a:prstGeom prst="rect">
            <a:avLst/>
          </a:prstGeom>
          <a:solidFill>
            <a:srgbClr val="B9C2E8"/>
          </a:solidFill>
          <a:ln/>
        </p:spPr>
      </p:sp>
      <p:sp>
        <p:nvSpPr>
          <p:cNvPr id="22" name="Shape 20"/>
          <p:cNvSpPr/>
          <p:nvPr/>
        </p:nvSpPr>
        <p:spPr>
          <a:xfrm>
            <a:off x="10099548" y="2011680"/>
            <a:ext cx="1481328" cy="914400"/>
          </a:xfrm>
          <a:prstGeom prst="roundRect">
            <a:avLst>
              <a:gd name="adj" fmla="val 9000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154412" y="20116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display_password()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80644" y="3383280"/>
            <a:ext cx="11000232" cy="685800"/>
          </a:xfrm>
          <a:prstGeom prst="roundRect">
            <a:avLst>
              <a:gd name="adj" fmla="val 10667"/>
            </a:avLst>
          </a:prstGeom>
          <a:solidFill>
            <a:srgbClr val="F4F6FC"/>
          </a:solidFill>
          <a:ln/>
        </p:spPr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" y="3566160"/>
            <a:ext cx="329184" cy="329184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220724" y="3383280"/>
            <a:ext cx="10177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while user chooses to generate another password  -&gt;  each result appended to history[]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669280" y="4343400"/>
            <a:ext cx="822960" cy="822960"/>
          </a:xfrm>
          <a:prstGeom prst="ellipse">
            <a:avLst/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6168" y="4590288"/>
            <a:ext cx="329184" cy="329184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48640" y="53035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show_history()  -&gt;  Program ends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Configuration &amp; Character Sets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291840" cy="438912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600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Limits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MIN_PASSWORD_LENGTH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3520440"/>
            <a:ext cx="2743200" cy="13716"/>
          </a:xfrm>
          <a:prstGeom prst="rect">
            <a:avLst/>
          </a:prstGeom>
          <a:solidFill>
            <a:srgbClr val="3B469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7033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822960" y="4663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MAX_PASSWORD_LENGTH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60520" y="1371600"/>
            <a:ext cx="3566160" cy="2057400"/>
          </a:xfrm>
          <a:prstGeom prst="roundRect">
            <a:avLst>
              <a:gd name="adj" fmla="val 4444"/>
            </a:avLst>
          </a:prstGeom>
          <a:solidFill>
            <a:srgbClr val="F4F6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9120" y="1600200"/>
            <a:ext cx="502920" cy="502920"/>
          </a:xfrm>
          <a:prstGeom prst="ellipse">
            <a:avLst/>
          </a:prstGeom>
          <a:solidFill>
            <a:srgbClr val="3E5FCB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1708" y="1732788"/>
            <a:ext cx="237744" cy="23774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029200" y="15727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389120" y="2286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string.ascii_lowercase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389120" y="2788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E5F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a-z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7909560" y="1371600"/>
            <a:ext cx="3566160" cy="2057400"/>
          </a:xfrm>
          <a:prstGeom prst="roundRect">
            <a:avLst>
              <a:gd name="adj" fmla="val 4444"/>
            </a:avLst>
          </a:prstGeom>
          <a:solidFill>
            <a:srgbClr val="F4F6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138160" y="1600200"/>
            <a:ext cx="502920" cy="502920"/>
          </a:xfrm>
          <a:prstGeom prst="ellipse">
            <a:avLst/>
          </a:prstGeom>
          <a:solidFill>
            <a:srgbClr val="3E5FCB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0748" y="1732788"/>
            <a:ext cx="237744" cy="23774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778240" y="15727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UPPERCASE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8138160" y="2286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string.ascii_uppercase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8138160" y="2788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E5F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A-Z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>
            <a:off x="4160520" y="3657600"/>
            <a:ext cx="3566160" cy="2057400"/>
          </a:xfrm>
          <a:prstGeom prst="roundRect">
            <a:avLst>
              <a:gd name="adj" fmla="val 4444"/>
            </a:avLst>
          </a:prstGeom>
          <a:solidFill>
            <a:srgbClr val="F4F6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389120" y="3886200"/>
            <a:ext cx="502920" cy="502920"/>
          </a:xfrm>
          <a:prstGeom prst="ellipse">
            <a:avLst/>
          </a:prstGeom>
          <a:solidFill>
            <a:srgbClr val="3E5FCB"/>
          </a:solidFill>
          <a:ln/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1708" y="4018788"/>
            <a:ext cx="237744" cy="23774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029200" y="38587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DIGITS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4389120" y="4572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string.digits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4389120" y="5074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E5F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0-9</a:t>
            </a:r>
            <a:endParaRPr lang="en-US" sz="1800" dirty="0"/>
          </a:p>
        </p:txBody>
      </p:sp>
      <p:sp>
        <p:nvSpPr>
          <p:cNvPr id="28" name="Shape 23"/>
          <p:cNvSpPr/>
          <p:nvPr/>
        </p:nvSpPr>
        <p:spPr>
          <a:xfrm>
            <a:off x="7909560" y="3657600"/>
            <a:ext cx="3566160" cy="2057400"/>
          </a:xfrm>
          <a:prstGeom prst="roundRect">
            <a:avLst>
              <a:gd name="adj" fmla="val 4444"/>
            </a:avLst>
          </a:prstGeom>
          <a:solidFill>
            <a:srgbClr val="F4F6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8138160" y="3886200"/>
            <a:ext cx="502920" cy="502920"/>
          </a:xfrm>
          <a:prstGeom prst="ellipse">
            <a:avLst/>
          </a:prstGeom>
          <a:solidFill>
            <a:srgbClr val="3E5FCB"/>
          </a:solidFill>
          <a:ln/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0748" y="4018788"/>
            <a:ext cx="237744" cy="237744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8778240" y="38587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SYMBOLS</a:t>
            </a:r>
            <a:endParaRPr lang="en-US" sz="1500" dirty="0"/>
          </a:p>
        </p:txBody>
      </p:sp>
      <p:sp>
        <p:nvSpPr>
          <p:cNvPr id="32" name="Text 26"/>
          <p:cNvSpPr/>
          <p:nvPr/>
        </p:nvSpPr>
        <p:spPr>
          <a:xfrm>
            <a:off x="8138160" y="4572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string.punctuation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8138160" y="5074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E5F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!@#$%^&amp;*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 - Input &amp; Setup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4F6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627632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1837944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20240" y="150876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get_password_length()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920240" y="1920240"/>
            <a:ext cx="9052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Repeatedly prompts the user until a valid integer within MIN_PASSWORD_LENGTH and MAX_PASSWORD_LENGTH is entered. Uses str.isdigit() to reject non-numeric input.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97180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4F6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22960" y="3227832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3438144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920240" y="310896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ask_user_preferences()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920240" y="3520440"/>
            <a:ext cx="9052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four yes/no questions (uppercase, lowercase, digits, symbols) and returns a tuple of booleans representing the user's chosen character types.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457200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4F6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22960" y="4828032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72" y="5038344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920240" y="470916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build_character_pool()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920240" y="5120640"/>
            <a:ext cx="9052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Concatenates the selected character sets (UPPERCASE, LOWERCASE, DIGITS, SYMBOLS) into a single pool string used for random selection.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678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0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934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876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6732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6256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5826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9448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6303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5838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9094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 - Generation &amp; Output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4F6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627632"/>
            <a:ext cx="822960" cy="822960"/>
          </a:xfrm>
          <a:prstGeom prst="ellipse">
            <a:avLst/>
          </a:prstGeom>
          <a:solidFill>
            <a:srgbClr val="3E5FCB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1837944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20240" y="150876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generate_password(length, pool)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920240" y="1920240"/>
            <a:ext cx="9052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`length` times, appending a random.choice() character from the pool each time to build the final password string.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97180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4F6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22960" y="3227832"/>
            <a:ext cx="822960" cy="822960"/>
          </a:xfrm>
          <a:prstGeom prst="ellipse">
            <a:avLst/>
          </a:prstGeom>
          <a:solidFill>
            <a:srgbClr val="3E5FCB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3438144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920240" y="310896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check_strength(length)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1920240" y="3520440"/>
            <a:ext cx="9052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password strength purely by length: &lt;=7 Weak, &lt;=11 Medium, &lt;=15 Strong, else Very Strong.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457200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4F6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22960" y="4828032"/>
            <a:ext cx="822960" cy="822960"/>
          </a:xfrm>
          <a:prstGeom prst="ellipse">
            <a:avLst/>
          </a:prstGeom>
          <a:solidFill>
            <a:srgbClr val="3E5FCB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72" y="5038344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920240" y="470916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display_password() / show_history()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1920240" y="5120640"/>
            <a:ext cx="9052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display_password() prints the password, its length, and strength. show_history() lists every password generated during the session.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Password Strength Criteria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check_strength(length) classifies passwords by length only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B85042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9202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&lt;= 7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25146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234440" y="3063240"/>
            <a:ext cx="1325880" cy="137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33832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383280" y="160020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E7A94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19202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8 - 11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383280" y="25146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023360" y="3063240"/>
            <a:ext cx="1325880" cy="137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33832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172200" y="160020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3E5FC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72200" y="19202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12 - 15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172200" y="25146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3063240"/>
            <a:ext cx="1325880" cy="137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33832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961120" y="160020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2C5F2D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961120" y="19202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16+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961120" y="25146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601200" y="3063240"/>
            <a:ext cx="1325880" cy="137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8961120" y="33832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Strong</a:t>
            </a:r>
            <a:endParaRPr lang="en-US" sz="200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74920"/>
            <a:ext cx="365760" cy="36576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051560" y="5074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strength here reflects length only - it does not check character variety.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Program 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457200" cy="457200"/>
          </a:xfrm>
          <a:prstGeom prst="ellipse">
            <a:avLst/>
          </a:prstGeom>
          <a:solidFill>
            <a:srgbClr val="3E5FC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43000" y="132588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header &amp; start empty history list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084832"/>
            <a:ext cx="457200" cy="457200"/>
          </a:xfrm>
          <a:prstGeom prst="ellipse">
            <a:avLst/>
          </a:prstGeom>
          <a:solidFill>
            <a:srgbClr val="3E5FC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43000" y="203911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password length (validated)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798064"/>
            <a:ext cx="457200" cy="457200"/>
          </a:xfrm>
          <a:prstGeom prst="ellipse">
            <a:avLst/>
          </a:prstGeom>
          <a:solidFill>
            <a:srgbClr val="3E5FC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798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43000" y="2752344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character type preferences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511296"/>
            <a:ext cx="457200" cy="457200"/>
          </a:xfrm>
          <a:prstGeom prst="ellipse">
            <a:avLst/>
          </a:prstGeom>
          <a:solidFill>
            <a:srgbClr val="3E5FC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511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43000" y="3465576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character pool (must not be empty)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309360" y="1371600"/>
            <a:ext cx="457200" cy="457200"/>
          </a:xfrm>
          <a:prstGeom prst="ellipse">
            <a:avLst/>
          </a:prstGeom>
          <a:solidFill>
            <a:srgbClr val="3E5FCB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903720" y="132588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password &amp; determine strength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309360" y="2084832"/>
            <a:ext cx="457200" cy="457200"/>
          </a:xfrm>
          <a:prstGeom prst="ellipse">
            <a:avLst/>
          </a:prstGeom>
          <a:solidFill>
            <a:srgbClr val="3E5FCB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903720" y="203911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password and add to history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309360" y="2798064"/>
            <a:ext cx="457200" cy="457200"/>
          </a:xfrm>
          <a:prstGeom prst="ellipse">
            <a:avLst/>
          </a:prstGeom>
          <a:solidFill>
            <a:srgbClr val="3E5FCB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2798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03720" y="2752344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to generate another - loop or exit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309360" y="3511296"/>
            <a:ext cx="457200" cy="457200"/>
          </a:xfrm>
          <a:prstGeom prst="ellipse">
            <a:avLst/>
          </a:prstGeom>
          <a:solidFill>
            <a:srgbClr val="3E5FCB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3511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903720" y="3465576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full password history &amp; finish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Run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6766560" cy="4846320"/>
          </a:xfrm>
          <a:prstGeom prst="roundRect">
            <a:avLst>
              <a:gd name="adj" fmla="val 1509"/>
            </a:avLst>
          </a:prstGeom>
          <a:solidFill>
            <a:srgbClr val="1B1F2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589520" y="128016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F4F6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60020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503920" y="1463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random.choice()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503920" y="18288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one character at a time from the pool for each loop iteration.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589520" y="288036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F4F6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320040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503920" y="3063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8503920" y="34290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Rejects non-numeric input and enforces the 6-50 length range.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589520" y="448056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F4F6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480060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03920" y="4663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History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503920" y="50292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generated password is stored and listed at the end of the run.</a:t>
            </a:r>
            <a:endParaRPr lang="en-US" sz="11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822" y="1600200"/>
            <a:ext cx="634460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577840" y="1005840"/>
            <a:ext cx="1005840" cy="1005840"/>
          </a:xfrm>
          <a:prstGeom prst="ellipse">
            <a:avLst/>
          </a:prstGeom>
          <a:solidFill>
            <a:srgbClr val="3E5FCB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448" y="1298448"/>
            <a:ext cx="420624" cy="4206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2860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Completed Successfully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3063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reviewing the Random Password Generator documentation.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349240" y="3703320"/>
            <a:ext cx="1463040" cy="18288"/>
          </a:xfrm>
          <a:prstGeom prst="rect">
            <a:avLst/>
          </a:prstGeom>
          <a:solidFill>
            <a:srgbClr val="3B4694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411480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 Laiba Maqbool</a:t>
            </a:r>
            <a:endParaRPr lang="en-US" sz="14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Batch: 2026</a:t>
            </a:r>
            <a:endParaRPr lang="en-US" sz="14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 Python Programming Industrial Training Kit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578</Words>
  <Application>Microsoft Office PowerPoint</Application>
  <PresentationFormat>Widescreen</PresentationFormat>
  <Paragraphs>135</Paragraphs>
  <Slides>22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Random Password Generator - Documentation</dc:title>
  <dc:subject>PptxGenJS Presentation</dc:subject>
  <dc:creator>Laiba Maqbool</dc:creator>
  <cp:lastModifiedBy>Windows User</cp:lastModifiedBy>
  <cp:revision>16</cp:revision>
  <dcterms:created xsi:type="dcterms:W3CDTF">2026-07-01T16:56:28Z</dcterms:created>
  <dcterms:modified xsi:type="dcterms:W3CDTF">2026-07-01T17:35:54Z</dcterms:modified>
</cp:coreProperties>
</file>